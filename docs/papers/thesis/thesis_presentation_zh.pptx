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E9 public benchmark；demo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RNN 同資料比較：12/12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擴充 CO2 / PM2.5 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改進 multi-zone / partition 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補足 dense real-room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定義 state/observation/noise 後比較 moving average、KF 與 EKF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