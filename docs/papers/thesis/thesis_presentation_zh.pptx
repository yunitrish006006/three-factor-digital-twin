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notesMaster" Target="notesMasters/notesMaster1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2026-10-05 完成 CPU/GPU 雙熱節點與風扇延遲的受限制 MPC 探索性模擬。calibration 後鎖定控制器，另跑 36 回合、4,320 個控制步，涵蓋 validation、holdout、模型失配與過載。holdout 的三 seed macro tracking MAE 為固定風扇 5.4378°C、PID 2.6034°C、MPC 1.4426°C，MPC 相對 PID 降低 44.59%。nominal 六個 MPC 回合均無 PWM／slew 違例、超溫或求解回退。</a:t>
            </a:r>
          </a:p>
          <a:p>
            <a:r>
              <a:t>代價是 holdout 風扇能耗 proxy 由 PID 0.5873 Wh 增至 MPC 0.8234 Wh，PWM total variation 亦增加。過載仍超溫，MPC 平均每回合 63.33 步求解回退；溫度為軟限制，不能視為安全保證。參數、負載與功耗曲線均為假設，plant 與 predictor 雖採不同數值積分，仍共享名義熱參數。本結果只支持假設模型內的探索性可行性與追蹤改善，不代表機箱辨識、NTC、實體控制、throttling、整機功耗或跨設備確認。E8 保持 NOT_EVALUATED，LQR 保持 TODO。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2026-10-05 第二階段完成四方法假設模型探索性比較，共 48 回合、5,760 控制步。每方法依相同三個 calibration seeds 評估三個候選，選參後凍結，再開啟新的 validation、holdout、假設模型變體與過載。holdout 三 seed 等權 tracking MAE：固定風扇 2.9051°C、PID＋平衡點前饋 1.7713°C、經限制的 LQR 1.7304°C、受限制 MPC 1.8071°C。相同方法順序的風扇能耗 proxy 為 0.7200／0.9832／1.0034／1.0567 Wh。研究判準：H-CTRL-01=SUPPORTED_SIMULATION_ONLY；H-CTRL-02=NOT_SUPPORTED；H-CTRL-03=NOT_SUPPORTED。</a:t>
            </a:r>
          </a:p>
          <a:p>
            <a:r>
              <a:t>固定風扇：取樣超溫 1096.7 s、數值回退 0.00 步／回合；PID＋平衡點前饋：取樣超溫 1040.0 s、數值回退 0.00 步／回合；經限制的 LQR：取樣超溫 1126.7 s、數值回退 0.00 步／回合；受限制 MPC：取樣超溫 1040.0 s、數值回退 0.00 步／回合</a:t>
            </a:r>
          </a:p>
          <a:p>
            <a:r>
              <a:t>四方法使用相同候選評估回合預算，CPU 計算時間並不相等。PID＋前饋、LQR 與 MPC 知道名義假設參數，且完整狀態可見；數值積分方式不同不等於獨立物理驗證。plant_holdout 是三組預先指定的假設參數變體，不能支持跨實體設備泛化。新合成 seeds 也不是實體設備樣本。超溫秒數按每 10 秒末端取樣估計；風扇能耗採 10u³ W 假設，不能代替整機功耗。溫度限制為軟限制，求解成功不代表熱能力足夠或硬體安全。實體機箱、NTC、throttling、整機功耗與 E8 仍為 NOT_EVALUATED。舊 v1 報告中的 LQR TODO 是第一階段的歷史狀態。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2026-10-06 依教授交辦查證金屬傳熱與風管場景，建立熱源／金屬片／空氣熱網路候選原型，以金屬片、空氣與風扇觀測估測未提供的熱源溫度。三組假設平台採相同有限辨識程序，完成 108 回合、19,440 步。新的合成 holdout 上，名義物理／辨識物理／稀疏校正熱源估測 MAE 為 0.9610/0.6580/0.3352°C；稀疏校正相對辨識物理減少 49.06%，6/6 組改善。固定／PI／PID／單步排序／六步排序／六步無校正的 tracking MAE 為 1.5458/1.2219/1.2221/1.3969/1.2708/1.3644°C。六步相對單步減少 9.03%，仍未優於 PI；六步排序平均取樣超溫 103.33 秒／回合。H-ENC-31／H-ENC-32 只在此 exploratory simulation 的事前判準內 supported。</a:t>
            </a:r>
          </a:p>
          <a:p>
            <a:r>
              <a:t>本輪為溫度子問題與假設熱網路：已知熱容量和部分係數，單一方程家族、三組指定參數與合成噪聲。金屬片／風管增益是假設，未量測實際裝置；有限候選排序不是 LQR 或完整 MPC。20–30°C 外的樣本完整保留，但不擴張原室內模型適用域。濕度、光照、三維空間場、完整三因子遷移與實體辨識／介入均未評估。</a:t>
            </a:r>
          </a:p>
          <a:p>
            <a:r>
              <a:t>已為下週準備 LQR 與 Kalman (1960) Contributions to the Theory of Optimal Control 的介紹。重點查閱原文問題、狀態精確已知假設、可控／可觀測與 Riccati／穩定定理敘述；未重證全部證明，亦尚未口頭報告。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系所：國立彰化師範大學資訊工程學系碩士班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主題：以 8 顆角落感測器重建單房間溫度、濕度、照度場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32561"/>
            <a:ext cx="5120640" cy="2867197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問題背景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一般房間內仍存在大量非連網裝置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冷氣、窗戶、照明會改變環境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但系統通常無法直接讀到其狀態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核心挑戰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只有少量感測器，無法直接知道全室分布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裝置可能新增、移動，家具也會阻擋傳遞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模型都出現不合理結果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重建三因子空間場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學習非連網裝置對環境的影響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以 Web 與工具介面提供查詢與決策能力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論文整體邏輯：問題、方法、證據與結論邊界</a:t>
            </a:r>
          </a:p>
        </p:txBody>
      </p:sp>
      <p:pic>
        <p:nvPicPr>
          <p:cNvPr id="5" name="Picture 4" descr="研究整體邏輯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17" y="1143000"/>
            <a:ext cx="956460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3577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19672" y="1453896"/>
            <a:ext cx="4572000" cy="42062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8191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4264" y="2020824"/>
            <a:ext cx="4187952" cy="34381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房間尺寸：6 m × 4 m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感測器：地面四角 + 天花板四角，共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區域：window_zone / center_zone / door_side_zone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設備：ac_main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採樣網格：16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數學模型：變數專屬場模型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39496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核心表示式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501091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Nᵥ：變數專屬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溫度：熱交換、熱源、垂直分層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濕度：除濕、水氣交換、物理範圍限制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362456"/>
            <a:ext cx="53035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3035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49377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模型特點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929384"/>
            <a:ext cx="49194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冷氣、窗戶、照明都是模組化裝置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家具會造成 obstacle-aware attenuation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動態響應採一階收斂近似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三個變數共用座標、設備與校正框架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nominal model 不共用同一套物理公式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推薦必須先有 sample / cluster 與三因子目標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18" y="1024128"/>
            <a:ext cx="9064602" cy="5230368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不做預測；只提供 AI 可呼叫 runtime tools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initialize：設定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sample point：查指定座標在特定時間/穩定態的三因子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 impacts：建立 before/after 觀測紀錄再學係數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window direct：直接輸入外部溫濕度、日照與開窗比例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rank actions：指定座標 sample + T/H/L 目標後才排序註冊設備操作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時間軸、播放、point sample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裝置與家具都可模組化設定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支援 hybrid estimator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標準情境 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窗戶矩陣 48 組：34 範圍內／14 壓力測試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 direct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自訂家具與自訂裝置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驗證流程與比較原則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6026"/>
            <a:ext cx="5303520" cy="29002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E1-E3：synthetic full-field、IDW baseline、ablation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E4：非連網裝置影響學習與推薦排序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E5：window matrix 48 組（34 範圍內／14 壓力測試）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E6：hybrid no-Fourier 對照與 LOO cross-validation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E7：bedroom_01 28 筆，pillow hold-out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E8 execution kit：schema / template / analyzer；0 trials、NOT_EVALUATED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E9 public benchmark；E10 controlled filtering；E11A BMC temporal transfer；demo 不是量化實驗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主要結果：場重建與 baseline 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38328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299923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65576"/>
            <a:ext cx="3383280" cy="2103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2900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4032504"/>
            <a:ext cx="2999232" cy="1335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驗證情境數：8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比較項目：field / sensors / zones / IDW / recommendations</a:t>
            </a:r>
          </a:p>
        </p:txBody>
      </p:sp>
      <p:pic>
        <p:nvPicPr>
          <p:cNvPr id="15" name="Picture 1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50872"/>
            <a:ext cx="3474720" cy="3447694"/>
          </a:xfrm>
          <a:prstGeom prst="rect">
            <a:avLst/>
          </a:prstGeom>
        </p:spPr>
      </p:pic>
      <p:pic>
        <p:nvPicPr>
          <p:cNvPr id="16" name="Picture 1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750872"/>
            <a:ext cx="3474720" cy="3447694"/>
          </a:xfrm>
          <a:prstGeom prst="rect">
            <a:avLst/>
          </a:prstGeom>
        </p:spPr>
      </p:pic>
      <p:sp>
        <p:nvSpPr>
          <p:cNvPr id="1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Pure RNN 與 Hybrid Residual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457200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Held-out + LOO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18795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hybrid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hybrid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Pure RNN LOO MAE: T=0.2091, H=0.2241, L=48.1422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hybrid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6062"/>
            <a:ext cx="5669280" cy="27113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是第二層修正器，不取代主模型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Pure RNN 不使用 physics estimate；8/8 folds parity，lowest MAE 0/24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結果證明標準情境 family 內殘差可學習，不代表任意房間泛化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E7 以 20,000 次 date-block bootstrap 檢查 pillow 改善，三因子 95% CI 下界皆 &gt;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E7 逐日剔除最小降幅：T 0.6123 / H 3.5551 / L 290.5716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公開資料任務拆解：SML2010 / CU-BEMS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73" y="1234440"/>
            <a:ext cx="5191932" cy="3063240"/>
          </a:xfrm>
          <a:prstGeom prst="rect">
            <a:avLst/>
          </a:prstGeom>
        </p:spPr>
      </p:pic>
      <p:pic>
        <p:nvPicPr>
          <p:cNvPr id="6" name="Picture 5" descr="cu_bems_task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433" y="1234440"/>
            <a:ext cx="5191932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617720"/>
            <a:ext cx="10607040" cy="1463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S3 是主要優勢：事件/邊界 delta 需要變化方向，structured prior 比 persistence 與 linear regression 更有用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S1 與 C2 是主要劣勢：短視窗照度高度自相關，且公開資料缺實際幾何、遮蔽與多燈具資訊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Oh2024-inspired residual：15min 兩點溫度最佳；60min 本研究 readout 最佳；24h persistence 最佳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次日 primary：validation 選出的 daily trend 反而惡化 7.34% / 8.36%；bootstrap interval 均跨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探索性 adaptive median 亦惡化 8.83% / 9.73%；約 1% 的未選中 bias correction 不足以主張優勢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SML2010 時序 RNN：12/12 通過 parity；lowest MAE = sequence LR 7、persistence 5、RNN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四種方法共用四筆 history、split、targets 與 test rows；負向結果保留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Kalman 受控 filtering：12/12 parity；lowest MAE = MA(3) 6、Linear Kalman 6、raw 0</a:t>
            </a:r>
          </a:p>
        </p:txBody>
      </p:sp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研究貢獻與資料策略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提出以單房間、8 顆角落感測器為前提的三因子空間數位孿生原型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以變數專屬 nominal model、power calibration 與 trilinear correction 建立可解釋估測流程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以 least-squares 學習非連網裝置影響，並用 hybrid residual 做第二層修正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明確拆分 synthetic full-field、real sparse calibration、public task-aligned 與 intervention validation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完整 3D 場比較以 canonical synthetic benchmark 為主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真實臥室快照校正後 pillow MAE: T=0.1676, H=0.3939, L=16.6450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公開資料集則採 task-aligned benchmark：CU-BEMS / SML2010 / ASHRAE 各比相容子任務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室內應用溫度範圍固定 20–30 °C；人體舒適採目標帶與容許範圍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有限角落感測器下仍可用分層式模型重建單房間三因子分布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非連網裝置可透過環境變化進行影響學習與校正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7 天快照顯示校正後可改善未參與 fitting 的 pillow 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各資料來源支援的驗證範圍已拆開說明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Kalman injected-noise 結果依變數分化：溫度由 MA(3) 較佳，濕度由 Linear Kalman 較佳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模型已能輸出區域估計、反事實推薦排序與 AI 可查詢工具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擴大長期資料、dense ground truth 與 multi-zone 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GRU / LSTM：SML2010 簡易同資料比較完成；兩者 lowest MAE 皆 0/12，H-RNNGATE-01 不支持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PID：相同 plant / setpoint / disturbance 的閉環控制 baseline（實體未評估；機箱假設模型已比較）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機箱 E11A/E11B 假說不支持；E11C local IDW aggregate MAE 1.223 °C，但僅勝出 21/42，H-ENC-03 不支持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20–30 °C 動態植物生長環境：先補 PPFD/CO2/基質與生物 endpoint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以獨立 reference 驗證實體 sensing-node filtering，再評估 EKF/UKF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預測推廣：ŷ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)=ŷ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phys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)+ê(t+h|I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 是 lead time；兩項對齊同一 target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physics 有 t+h：主模型須預測目標時刻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只含 t 時可得資訊；禁止未來觀測 leakage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本研究目前為 current-state spatial estimate，即 h=0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E11D：角色語意的獨立確認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H-ENC-04 supported；11 x 4 MiB，1,505 分鐘快照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MAE：2.3972 -&gt; 1.6517 C；RMSE：2.9748 -&gt; 2.3648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逐感測器勝出 30/42；配對改善 0.7455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20,000 次日區塊 bootstrap 95% CI：[0.6867, 0.8124]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限制：預測性角色資訊，不是氣流因果；仍屬次要機箱證據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E11E：平均改善，但尾端 gate 未通過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開發集：1,502 分鐘快照；E11F 未下載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Baseline MAE/RMSE/P95：1.1168/1.7250/3.4900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role_local_k5_p2：1.0187/1.6792/3.7699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Bootstrap CI：[0.0708, 0.1292] C；但只贏 25/42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決策：no_candidate_forwarded，不宣稱確認改善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E11G tail-safe：尾端改善但覆蓋未過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12 日 leave-one-day-out，42 感測器，30 候選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MAE：1.1168 → 0.8945°C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RMSE：1.7250 → 1.5415°C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P95：3.4900 → 3.1013°C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日區塊改善 95% CI：[0.1847, 0.2620]°C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嚴格勝率 21/42 &lt; 26/42；no_candidate_forwarded，E11F 未存取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E11H commissioning：開發通過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2 日校正、1 日選模、9 日凍結測試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MAE：1.0958 → 0.4039°C；P95：3.5061 → 1.2900°C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39/42 感測器改善；95% CI：[0.4854, 0.9271]°C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限制：Huber slope 邊界與 commissioning prerequisite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E11F：frozen no-refit confirmation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MAE/RMSE/P95：0.3966/0.6723/1.2756°C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39/42 感測器改善；95% CI：[0.5851, 0.9274]°C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h_enc_05_supported_within_campaign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日期與開發重疊：僅同 campaign unseen-byte evidence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不是跨機箱、氣流因果或 NTC 硬體驗證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BMC E12–E15：修正與同伺服器確認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E12：6 個 development files 未達 30 rows；final test 未開啟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E13：舊 parser／unit pipeline 結果標記 PARSER_INVALIDATED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E14A/B：4,038 rows 完成來源與單位稽核；三檔 raw-unit regime 被正規化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E14C retrospective：MAE 4.0882 → 1.8054°C；13/14 runs；95% CI [1.4271, 2.7939]°C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E15：另 14 檔、3,112 rows 不重訓確認；H-ENC-08 支持；12/14 runs 勝出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E15 只支持同伺服器 temporal/workload transfer；E14C 仍屬回溯證據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E15：同伺服器 temporal/workload 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14 個先前未開啟檔案、3,112 rows；frozen ridge 一次不重訓確認；十項閘門全通過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 / RMSE / P95：1.6939 / 1.9672 / 3.5000 → 0.9744 / 1.2056 / 2.3888°C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Macro run MAE gain 0.6134°C；95% CI [0.2721, 0.9831]°C；12/14 runs 勝出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退步 runs：202308051757.csv（-0.5537°C）、202310252230.csv（-0.3011°C）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只支持同伺服器轉移；PC 機箱、NTC、跨伺服器、空間熱場與控制尚未驗證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目前應用方向為機箱；單房間仍屬整體論文範圍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機箱受限制 MPC 探索性模擬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2026-10-05 探索結果，參數為事前假設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假設熱模型，36 回合與 4,320 控制步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holdout MAE：固定 5.438 / PID 2.603 / MPC 1.443°C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nominal 無命令違例、超溫或求解回退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MPC 風扇能耗 proxy 與 PWM 變化增加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過載仍超溫並出現求解回退，溫度是軟限制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實體機箱與 E8：NOT_EVALUATED，LQR：TODO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機箱四方法探索性模擬（v2）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2026-10-05；結果由 v2 evidence 產生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假設模型：48 回合／5,760 步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fixed／PID＋FF／LQR／MPC holdout MAE：2.905/1.771/1.730/1.807°C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相同候選回合預算；CPU 時間並不相等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完整狀態與已知名義參數；參數變體並非實體跨設備確認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超溫與數值失敗分開；實體機箱與 E8：NOT_EVALUATED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稀疏機箱溫度候選原型（2026-10-06）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探索性溫度子問題；不擴張原方法的實測主張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物理主模型 → 金屬片／空氣稀疏校正 → 多步動作排序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108 回合；熱源估測 MAE 0.658 → 0.335°C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六步排序追蹤較單步改善 9.03%；仍未優於 PI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指定假設平台；仍有超溫；實體辨識／介入未評估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下週 LQR／Kalman 1960 原文介紹已備稿；尚未口頭報告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