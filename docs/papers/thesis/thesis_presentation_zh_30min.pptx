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獨立審查後，我修正原始金屬片／空氣觀測可能被濾波掩蓋的警告判斷，並加上時間、真值連續性與獨立熱動態核對。原 108 回合通過加強核對；新版原始感測警告在既有 72 回合輸入回放中，命令與警告均無變化。這是已開啟資料的回歸檢查，未新增閉迴路或未見確認結果。另做事後散熱能力分析：接觸較差平台在入口 22°C、總熱量 3.35W 與全速風扇下，熱源平衡點為 32.40°C。該平台六步 holdout 的 360 步中，150 步的當下輸入若維持到穩態，全速平衡點仍高於 30°C；實際取樣超溫則為 124 步。兩者不能混用；穩態分析不是有限時域不可行證明，也未改原假設判準，應分開解釋散熱能力與控制誤差。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datasets；E10：controlled filtering；E11A：BMC temporal transfer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Bars: IDW / Base / Pure RNN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直接預測完整場、不使用 physics estimate；lowest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Kalman controlled filtering：12/12 parity；MA(3) 與 Linear Kalman 各 lowest MAE 6 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只完成 injected-noise current-time filtering；溫度 MA(3) 較佳、濕度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GRU / LSTM：同資料簡易比較完成；GRU 2/12、LSTM 0/12 勝 vanilla，無候選通過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PID：同 plant / setpoint / disturbance 閉環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機箱 E11A/E11B 為負向；E11C aggregate 改善但 sensor wins 21/42，仍未達門檻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以獨立 reference 做實體 sensor filtering，再評估 EKF/UKF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全速平衡 32.40°C 案例：散熱能力與控制誤差分開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