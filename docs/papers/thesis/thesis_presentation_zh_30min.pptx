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4389120" cy="4389120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143000"/>
            <a:ext cx="5257800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34440"/>
            <a:ext cx="484632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1234440"/>
            <a:ext cx="4800600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4846320" cy="4846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466344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005840"/>
            <a:ext cx="5257800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datasets；E10：controlled filtering；E11A：BMC temporal transfer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34 組範圍內／14 組範圍外壓力測試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Bars: IDW / Base / Pure RNN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288536"/>
            <a:ext cx="7040880" cy="15544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70408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41655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55464"/>
            <a:ext cx="6656832" cy="7863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20,000 次 date-block bootstrap：三因子 MAE 降幅 95% CI 下界皆 &gt;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逐日剔除最小降幅 T/H/L：0.6123 / 3.5551 / 290.5716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28 snapshots；pillow 不參與 8 角點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→ corrected MAE: T=0.8967, H=4.1286, L=309.0142 →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Paired bootstrap：20,000 次，以 7 個 date blocks 重抽樣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95% CI (T/H/L reduction):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[0.4582, 1.0232] / [3.2005, 4.2524] / [288.3083, 297.0237]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改善快照：T 26/28；H/L 28/28；仍非 dense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7-fold 逐日剔除最小降幅：T 0.6123；H 3.5551；L 290.5716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versioned schema、空白 trial template 與 deterministic analyzer 已完成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完成真實介入 trials：0；status：NOT_EVALUATED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所有 efficacy estimates 維持 null；synthetic tests 只驗證公式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正式驗證仍須 before/after intervention 與 matched controls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直接預測完整場、不使用 physics estimate；lowest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原 E9：S1 照度弱；S2 混合；S3 event delta 最強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Oh-inspired：15min 兩點 T 最佳；本研究 readout 在 60min 最佳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24h 兩點 T 皆由 persistence 最佳；transfer 亦劣於 raw physics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次日 primary 選中 trend 但 test 惡化 7.34% / 8.36%，CI 均跨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Post-primary adaptive 亦惡化；未建立 next-day advantage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RNN 公平比較：12/12 parity 通過；lowest MAE 為 sequence LR 7、persistence 5、RNN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Kalman controlled filtering：12/12 parity；MA(3) 與 Linear Kalman 各 lowest MAE 6 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資料 confidential；只稱 method transfer，不稱原文重現或 full 3D 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室內溫度適用範圍限 20–30 °C；人體舒適以 tolerance 判定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固定 RNN 同資料比較 lowest MAE 為 0/12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只完成 injected-noise current-time filtering；溫度 MA(3) 較佳、濕度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GRU / LSTM：同資料簡易比較完成；GRU 2/12、LSTM 0/12 勝 vanilla，無候選通過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PID：同 plant / setpoint / disturbance 閉環 baseline（尚未評估）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機箱 E11A/E11B 為負向；E11C aggregate 改善但 sensor wins 21/42，仍未達門檻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補足 PPFD/CO2/基質與生物 endpoint 後再評估動態植物生長情境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以獨立 reference 做實體 sensor filtering，再評估 EKF/UKF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