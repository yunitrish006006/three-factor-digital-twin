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 僅作 task-aligned benchmark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Bars: IDW / Base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加入 CO2 / PM2.5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發展 multi-zone / partition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定義狀態與雜訊模型後比較 moving average、KF、EKF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朝閉環控制延伸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