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70"/>
    <p:sldId id="319" r:id="rId71"/>
    <p:sldId id="320" r:id="rId72"/>
    <p:sldId id="321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完成 CPU/GPU 雙熱節點與風扇延遲的受限制 MPC 探索性模擬。calibration 後鎖定控制器，另跑 36 回合、4,320 個控制步，涵蓋 validation、holdout、模型失配與過載。holdout 的三 seed macro tracking MAE 為固定風扇 5.4378°C、PID 2.6034°C、MPC 1.4426°C，MPC 相對 PID 降低 44.59%。nominal 六個 MPC 回合均無 PWM／slew 違例、超溫或求解回退。</a:t>
            </a:r>
          </a:p>
          <a:p>
            <a:r>
              <a:t>代價是 holdout 風扇能耗 proxy 由 PID 0.5873 Wh 增至 MPC 0.8234 Wh，PWM total variation 亦增加。過載仍超溫，MPC 平均每回合 63.33 步求解回退；溫度為軟限制，不能視為安全保證。參數、負載與功耗曲線均為假設，plant 與 predictor 雖採不同數值積分，仍共享名義熱參數。本結果只支持假設模型內的探索性可行性與追蹤改善，不代表機箱辨識、NTC、實體控制、throttling、整機功耗或跨設備確認。E8 保持 NOT_EVALUATED，LQR 保持 TODO。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第二階段完成四方法假設模型探索性比較，共 48 回合、5,760 控制步。每方法依相同三個 calibration seeds 評估三個候選，選參後凍結，再開啟新的 validation、holdout、假設模型變體與過載。holdout 三 seed 等權 tracking MAE：固定風扇 2.9051°C、PID＋平衡點前饋 1.7713°C、經限制的 LQR 1.7304°C、受限制 MPC 1.8071°C。相同方法順序的風扇能耗 proxy 為 0.7200／0.9832／1.0034／1.0567 Wh。研究判準：H-CTRL-01=SUPPORTED_SIMULATION_ONLY；H-CTRL-02=NOT_SUPPORTED；H-CTRL-03=NOT_SUPPORTED。</a:t>
            </a:r>
          </a:p>
          <a:p>
            <a:r>
              <a:t>固定風扇：取樣超溫 1096.7 s、數值回退 0.00 步／回合；PID＋平衡點前饋：取樣超溫 1040.0 s、數值回退 0.00 步／回合；經限制的 LQR：取樣超溫 1126.7 s、數值回退 0.00 步／回合；受限制 MPC：取樣超溫 1040.0 s、數值回退 0.00 步／回合</a:t>
            </a:r>
          </a:p>
          <a:p>
            <a:r>
              <a:t>四方法使用相同候選評估回合預算，CPU 計算時間並不相等。PID＋前饋、LQR 與 MPC 知道名義假設參數，且完整狀態可見；數值積分方式不同不等於獨立物理驗證。plant_holdout 是三組預先指定的假設參數變體，不能支持跨實體設備泛化。新合成 seeds 也不是實體設備樣本。超溫秒數按每 10 秒末端取樣估計；風扇能耗採 10u³ W 假設，不能代替整機功耗。溫度限制為軟限制，求解成功不代表熱能力足夠或硬體安全。實體機箱、NTC、throttling、整機功耗與 E8 仍為 NOT_EVALUATED。舊 v1 報告中的 LQR TODO 是第一階段的歷史狀態。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2026-10-06 依教授交辦查證金屬傳熱與風管場景，建立熱源／金屬片／空氣熱網路候選原型，以金屬片、空氣與風扇觀測估測未提供的熱源溫度。三組假設平台採相同有限辨識程序，完成 108 回合、19,440 步。新的合成 holdout 上，名義物理／辨識物理／稀疏校正熱源估測 MAE 為 0.9610/0.6580/0.3352°C；稀疏校正相對辨識物理減少 49.06%，6/6 組改善。固定／PI／PID／單步排序／六步排序／六步無校正的 tracking MAE 為 1.5458/1.2219/1.2221/1.3969/1.2708/1.3644°C。六步相對單步減少 9.03%，仍未優於 PI；六步排序平均取樣超溫 103.33 秒／回合。H-ENC-31／H-ENC-32 只在此 exploratory simulation 的事前判準內 supported。</a:t>
            </a:r>
          </a:p>
          <a:p>
            <a:r>
              <a:t>本輪為溫度子問題與假設熱網路：已知熱容量和部分係數，單一方程家族、三組指定參數與合成噪聲。金屬片／風管增益是假設，未量測實際裝置；有限候選排序不是 LQR 或完整 MPC。20–30°C 外的樣本完整保留，但不擴張原室內模型適用域。濕度、光照、三維空間場、完整三因子遷移與實體辨識／介入均未評估。</a:t>
            </a:r>
          </a:p>
          <a:p>
            <a:r>
              <a:t>獨立審查後，我修正原始金屬片／空氣觀測可能被濾波掩蓋的警告判斷，並加上時間、真值連續性與獨立熱動態核對。原 108 回合通過加強核對；新版原始感測警告在既有 72 回合輸入回放中，命令與警告均無變化。這是已開啟資料的回歸檢查，未新增閉迴路或未見確認結果。另做事後散熱能力分析：接觸較差平台在入口 22°C、總熱量 3.35W 與全速風扇下，熱源平衡點為 32.40°C。該平台六步 holdout 的 360 步中，150 步的當下輸入若維持到穩態，全速平衡點仍高於 30°C；實際取樣超溫則為 124 步。兩者不能混用；穩態分析不是有限時域不可行證明，也未改原假設判準，應分開解釋散熱能力與控制誤差。</a:t>
            </a:r>
          </a:p>
          <a:p>
            <a:r>
              <a:t>已為下週準備 LQR 與 Kalman (1960) Contributions to the Theory of Optimal Control 的介紹。重點查閱原文問題、狀態精確已知假設、可控／可觀測與 Riccati／穩定定理敘述；未重證全部證明，亦尚未口頭報告。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我把機箱溫度候選流程接入正式 Python 套件的獨立機箱介面，整合量測 CSV、有限參數辨識、稀疏估測、LQR／線性 MPC 與候選排序。新的四組假設平台共 88 回合、10,560 步，以相同 900 秒校正辨識接觸熱導、風扇對流增益、共同熱容量倍率與風扇延遲；固定容量比例和其他係數仍是假設。holdout 包含不同比例的熱容量與模型沒有的熱源直接傳到空氣路徑，所有方法只取得金屬片、空氣、風扇、入口與功率。名義／辨識／稀疏校正估測 MAE 為 1.0086/0.4681/0.3689°C。平均稀疏校正改善 21.19%，但只有 2/4 組改善，未達 3/4 判準，因此 H-ENC-51 不支持。</a:t>
            </a:r>
          </a:p>
          <a:p>
            <a:r>
              <a:t>固定／PI／PID／LQR／線性 MPC／單步／六步／六步無校正追蹤 MAE 為 1.7310/1.3471/1.3472/1.4872/1.3695/1.3764/1.3755/1.3943°C。六步相對單步改善 0.069%，未達 5%，H-ENC-52 不支持；PI 追蹤誤差低於六步排序，線性 MPC 的風扇能耗 proxy 較低但追蹤稍差。六步平均取樣超溫 3.75 秒／回合，全部閉迴路命令違例為零。這些是不同閉迴路軌跡下的比較；不能把命令合規當成真實安全。</a:t>
            </a:r>
          </a:p>
          <a:p>
            <a:r>
              <a:t>此次完成軟體流程、探索性模擬及實機實驗準備。相同有限校正是 commissioning-assisted synthetic transfer，並非零樣本或真實跨設備驗證；額外傳熱路徑只有一個指定反例，不證明任意方程家族泛化。LQR 經限幅後不再主張無限制最優性，MPC 使用當下線性化、六步預測與軟溫度代價。風扇 proxy 不是量測能耗。原室內濕度／照度和三維場維持原方法，未完成機箱三因子遷移；使用者於 2026-10-12 確認尚無設備或資料，實體辨識、NTC 精度與控制介入保留 NOT_EVALUATED；口頭報告尚無完成紀錄。</a:t>
            </a:r>
          </a:p>
          <a:p>
            <a:r>
              <a:t>全部 88 回合、10,560 筆已重算指標，核對時間、合成噪聲、原始感測警告、獨立熱動態與只讀觀測的流程回放；372 個歷史研究檔案未改動，一次性 E15 沒有重跑。時間偏移、同步真值偏移、風扇端點、原始觀測與指標五種破壞案例均被拒絕。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我接著測試四參數共同容量模型 S 與七參數模型 F，後者分別辨識三個熱容量，並增加熱源到空氣的熱導。每個平台僅用前 120 筆校正資料辨識，再用後 60 筆可見感測的加權誤差選擇；F 至少改善 5% 且求解成功才採用，選擇後不重新擬合。六個假設平台共 96 回合、11,520 筆新測試，校正合計 12 次擬合、993 次完整殘差呼叫、7.238 秒。三個平台選 F，另三個保留 S；沒有用熱源真值選模型。</a:t>
            </a:r>
          </a:p>
          <a:p>
            <a:r>
              <a:t>新 holdout 的 S／選擇模型在稀疏校正後，熱源估測 MAE 為 1.0764／1.3468°C，平均誤差增加 25.12%，僅 2/6 組改善，H-ENC-71 不支持。S／選擇模型的六步追蹤 MAE 為 1.4661／1.5093°C，增加 2.95%，H-ENC-72 不支持；兩者平均取樣超溫皆為 20.00 秒／回合。全部閉迴路命令違例為零，仍不能推論溫度安全。</a:t>
            </a:r>
          </a:p>
          <a:p>
            <a:r>
              <a:t>可見金屬片／空氣／風扇擬合較好，仍不足以保證隱藏熱源更準。對流失配平台的 F 熱源容量達下界、空氣容量達上界，提醒我模型係數可能互相補償；局部 Jacobian 條件數不是全域可辨識性證明。這次只隔離模型結構與 PI／六步排序，沒有重做全部控制器排名；前一階段 LQR／MPC 比較與負面結果仍保留。F 保留為探索候選，未因校正擬合較好就升格為較佳方法。這是有限校正後的合成溫度實驗，沒有設備量測、實體控制或完整三因子遷移證據。</a:t>
            </a:r>
          </a:p>
          <a:p>
            <a:r>
              <a:t>我已重算全部 96 回合、11,520 筆指標，核對另 1,080 筆校正來源，檢查時序切分、選擇規則、獨立熱動態與只讀觀測回放；六種破壞案例均被拒絕。514 個歷史證據檔案位元組未變，一次性 E15 與先前機箱實驗沒有重跑。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碩士論文簡報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70401"/>
            <a:ext cx="5669280" cy="3174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圖 3-1 以 top-down tree 呈現系統責任邊界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情境與觀測層提供 room schema、8 點感測、外部邊界與時間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估測與學習層負責三因子場模型、校正、影響學習與 hybrid residual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服務與決策層暴露 scripts、Web、MCP/Gemma 與 point/zone/action 輸出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datasets；E10：controlled filtering；E11A：BMC temporal transfer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證據鏈與驗證範圍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34 組範圍內／14 組範圍外壓力測試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圖表資料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8 scenarios, full 3D grid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Y axis: log-scale Field MAE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Bars: IDW / Base / Pure RNN / LOO Hybrid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uses same 8 corner readings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288536"/>
            <a:ext cx="7040880" cy="15544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251960"/>
            <a:ext cx="70408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25196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41655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855464"/>
            <a:ext cx="6656832" cy="7863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20,000 次 date-block bootstrap：三因子 MAE 降幅 95% CI 下界皆 &gt;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逐日剔除最小降幅 T/H/L：0.6123 / 3.5551 / 290.5716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28 snapshots；pillow 不參與 8 角點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→ corrected MAE: T=0.8967, H=4.1286, L=309.0142 →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Paired bootstrap：20,000 次，以 7 個 date blocks 重抽樣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95% CI (T/H/L reduction):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[0.4582, 1.0232] / [3.2005, 4.2524] / [288.3083, 297.0237]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改善快照：T 26/28；H/L 28/28；仍非 dense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7-fold 逐日剔除最小降幅：T 0.6123；H 3.5551；L 290.5716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versioned schema、空白 trial template 與 deterministic analyzer 已完成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完成真實介入 trials：0；status：NOT_EVALUATED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所有 efficacy estimates 維持 null；synthetic tests 只驗證公式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正式驗證仍須 before/after intervention 與 matched controls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51584"/>
            <a:ext cx="3657600" cy="3629152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51584"/>
            <a:ext cx="3657600" cy="3629152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51584"/>
            <a:ext cx="3657600" cy="3629152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直接預測完整場、不使用 physics estimate；lowest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原 E9：S1 照度弱；S2 混合；S3 event delta 最強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Oh-inspired：15min 兩點 T 最佳；本研究 readout 在 60min 最佳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24h 兩點 T 皆由 persistence 最佳；transfer 亦劣於 raw physics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次日 primary 選中 trend 但 test 惡化 7.34% / 8.36%，CI 均跨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Post-primary adaptive 亦惡化；未建立 next-day advantage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RNN 公平比較：12/12 parity 通過；lowest MAE 為 sequence LR 7、persistence 5、RNN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Kalman controlled filtering：12/12 parity；MA(3) 與 Linear Kalman 各 lowest MAE 6 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資料 confidential；只稱 method transfer，不稱原文重現或 full 3D 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室內溫度適用範圍限 20–30 °C；人體舒適以 tolerance 判定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固定 RNN 同資料比較 lowest MAE 為 0/12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只完成 injected-noise current-time filtering；溫度 MA(3) 較佳、濕度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GRU / LSTM：同資料簡易比較完成；GRU 2/12、LSTM 0/12 勝 vanilla，無候選通過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PID：同 plant / setpoint / disturbance 閉環 baseline（實體未評估；機箱假設模型已比較）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機箱 E11A/E11B 為負向；E11C aggregate 改善但 sensor wins 21/42，仍未達門檻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補足 PPFD/CO2/基質與生物 endpoint 後再評估動態植物生長情境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以獨立 reference 做實體 sensor filtering，再評估 EKF/UKF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E11D：角色語意的獨立確認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H-ENC-04 supported；11 x 4 MiB，1,505 分鐘快照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MAE：2.3972 -&gt; 1.6517 C；RMSE：2.9748 -&gt; 2.3648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逐感測器勝出 30/42；配對改善 0.7455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20,000 次日區塊 bootstrap 95% CI：[0.6867, 0.8124]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限制：預測性角色資訊，不是氣流因果；仍屬次要機箱證據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E11E：平均改善，但尾端 gate 未通過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開發集：1,502 分鐘快照；E11F 未下載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Baseline MAE/RMSE/P95：1.1168/1.7250/3.4900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role_local_k5_p2：1.0187/1.6792/3.7699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Bootstrap CI：[0.0708, 0.1292] C；但只贏 25/42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決策：no_candidate_forwarded，不宣稱確認改善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E11G tail-safe：尾端改善但覆蓋未過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12 日 leave-one-day-out，42 感測器，30 候選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MAE：1.1168 → 0.8945°C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RMSE：1.7250 → 1.5415°C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P95：3.4900 → 3.1013°C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日區塊改善 95% CI：[0.1847, 0.2620]°C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嚴格勝率 21/42 &lt; 26/42；no_candidate_forwarded，E11F 未存取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E11H commissioning：開發通過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 日校正、1 日選模、9 日凍結測試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MAE：1.0958 → 0.4039°C；P95：3.5061 → 1.2900°C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CI：[0.4854, 0.9271]°C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限制：Huber slope 邊界與 commissioning prerequisite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E11F：frozen no-refit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MAE/RMSE/P95：0.3966/0.6723/1.2756°C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CI：[0.5851, 0.9274]°C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h_enc_05_supported_within_campaign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日期與開發重疊：僅同 campaign unseen-byte evidence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不是跨機箱、氣流因果或 NTC 硬體驗證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BMC E12–E15：修正與同伺服器確認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E12：6 個 development files 未達 30 rows；final test 未開啟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E13：舊 parser／unit pipeline 結果標記 PARSER_INVALIDATED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E14A/B：4,038 rows 完成來源與單位稽核；三檔 raw-unit regime 被正規化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E14C retrospective：MAE 4.0882 → 1.8054°C；13/14 runs；95% CI [1.4271, 2.7939]°C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E15：另 14 檔、3,112 rows 不重訓確認；H-ENC-08 支持；12/14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 只支持同伺服器 temporal/workload transfer；E14C 仍屬回溯證據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E15：同伺服器 temporal/workload 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14 個先前未開啟檔案、3,112 rows；frozen ridge 一次不重訓確認；十項閘門全通過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 / RMSE / P95：1.6939 / 1.9672 / 3.5000 → 0.9744 / 1.2056 / 2.3888°C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Macro run MAE gain 0.6134°C；95% CI [0.2721, 0.9831]°C；12/14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退步 runs：202308051757.csv（-0.5537°C）、202310252230.csv（-0.3011°C）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只支持同伺服器轉移；PC 機箱、NTC、跨伺服器、空間熱場與控制尚未驗證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目前應用方向為機箱；單房間仍屬整體論文範圍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機箱受限制 MPC 探索性模擬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 探索結果，參數為事前假設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假設熱模型，36 回合與 4,320 控制步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holdout MAE：固定 5.438 / PID 2.603 / MPC 1.443°C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nominal 無命令違例、超溫或求解回退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MPC 風扇能耗 proxy 與 PWM 變化增加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過載仍超溫並出現求解回退，溫度是軟限制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實體機箱與 E8：NOT_EVALUATED，LQR：TODO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機箱四方法探索性模擬（v2）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2026-10-05；結果由 v2 evidence 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假設模型：48 回合／5,760 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fixed／PID＋FF／LQR／MPC holdout MAE：2.905/1.771/1.730/1.807°C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相同候選回合預算；CPU 時間並不相等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完整狀態與已知名義參數；參數變體並非實體跨設備確認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超溫與數值失敗分開；實體機箱與 E8：NOT_EVALUATED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稀疏機箱溫度候選原型（2026-10-06）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探索性溫度子問題；不擴張原方法的實測主張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物理主模型 → 金屬片／空氣稀疏校正 → 多步動作排序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108 回合；熱源估測 MAE 0.658 → 0.335°C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六步排序追蹤較單步改善 9.03%；仍未優於 PI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指定假設平台；仍有超溫；實體辨識／介入未評估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全速平衡 32.40°C 案例：散熱能力與控制誤差分開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下週 LQR／Kalman 1960 原文介紹已備稿；尚未口頭報告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機箱溫度流程整合與跨模型探索 2026-10-12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溫度軟體整合與探索性模擬；保留未達判準的結果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量測 CSV → 有限辨識 → 稀疏估測 → 可限制的控制輸出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88 回合／10,560 步；熱容量與風扇延遲變體、額外傳熱路徑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估測平均改善 21.19%，僅 2/4 組：覆蓋判準不支持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六步改善僅 0.069%；未優於 PI，仍有取樣超溫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新增稀疏觀測 LQR／線性 MPC；全部命令合規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軟體與實機程序備妥；真實量測／介入待設備到位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有限熱結構選擇與隱藏熱源反例 2026-10-12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校正留出較好，新的隱藏熱源測試仍可能退步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S：共同容量；F：獨立容量與熱源—空氣熱導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前 120 筆辨識／後 60 筆選擇；不使用熱源真值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96 回合／11,520 筆；三個平台選 F、三個保留 S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隱藏熱源誤差增加 25.12%；僅 2/6 組改善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六步追蹤誤差增加 2.95%；兩項判準皆不支持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可見擬合較好不足以保證熱源準確；候選保留為探索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